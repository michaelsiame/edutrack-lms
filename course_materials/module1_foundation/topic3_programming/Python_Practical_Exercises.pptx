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7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Python Programming Practical Exercises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6B745"/>
                </a:solidFill>
              </a:defRPr>
            </a:pPr>
            <a:r>
              <a:t>Topic 3: Introduction to Programming Logic</a:t>
            </a:r>
            <a:br/>
            <a:r>
              <a:t>Module 1: Foundations of Computing and Mathematics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Edutrack Computer Training College - Cybersecurity Certificate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7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Write and execute basic Python commands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Work with variables and different data types (strings, integers, floats, booleans)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Use operators for calculations and comparisons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Implement control flow with conditionals and loops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Create functions to organize code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Apply Python basics to cybersecurity scenarios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6B745"/>
                </a:solidFill>
              </a:defRPr>
            </a:pPr>
            <a: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Getting Started with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7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Your First Python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Python uses the print() function to display output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Strings can be enclosed in single or double quotes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Variables store data for later use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f-strings (formatted strings) make it easy to include variables in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333695" cy="5029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463040"/>
            <a:ext cx="49679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FA7B"/>
                </a:solidFill>
                <a:latin typeface="Consolas"/>
              </a:defRPr>
            </a:pPr>
            <a:r>
              <a:t>#!/usr/bin/env python3</a:t>
            </a:r>
            <a:br/>
            <a:r>
              <a:t># Hello World for Cybersecurity</a:t>
            </a:r>
            <a:br/>
            <a:br/>
            <a:r>
              <a:t>print("Welcome to Python!")</a:t>
            </a:r>
            <a:br/>
            <a:r>
              <a:t>print("-" * 40)</a:t>
            </a:r>
            <a:br/>
            <a:br/>
            <a:r>
              <a:t># Variables</a:t>
            </a:r>
            <a:br/>
            <a:r>
              <a:t>student_name = "Your Name"</a:t>
            </a:r>
            <a:br/>
            <a:r>
              <a:t>course = "Cybersecurity"</a:t>
            </a:r>
            <a:br/>
            <a:br/>
            <a:r>
              <a:t># f-string formatting</a:t>
            </a:r>
            <a:br/>
            <a:r>
              <a:t>print(f"Hello, {student_name}!")</a:t>
            </a:r>
            <a:br/>
            <a:r>
              <a:t>print(f"Course: {course}")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7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Python as a Calculator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Arithmetic operators: +, -, *, /, //, %, **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Order of operations follows standard math rules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Parentheses can be used to group operations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Useful for network calculations and cryptography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333695" cy="5029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463040"/>
            <a:ext cx="49679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FA7B"/>
                </a:solidFill>
                <a:latin typeface="Consolas"/>
              </a:defRPr>
            </a:pPr>
            <a:r>
              <a:t># Network calculations</a:t>
            </a:r>
            <a:br/>
            <a:r>
              <a:t>ips_per_subnet = 256</a:t>
            </a:r>
            <a:br/>
            <a:r>
              <a:t>subnets = 4</a:t>
            </a:r>
            <a:br/>
            <a:r>
              <a:t>total = ips_per_subnet * subnets</a:t>
            </a:r>
            <a:br/>
            <a:r>
              <a:t>print(f"Total IPs: {total}")</a:t>
            </a:r>
            <a:br/>
            <a:br/>
            <a:r>
              <a:t># Password cracking time calculation</a:t>
            </a:r>
            <a:br/>
            <a:r>
              <a:t>password_space = 95 ** 8  # 8 chars, 95 printable</a:t>
            </a:r>
            <a:br/>
            <a:r>
              <a:t>attempts_per_sec = 1_000_000</a:t>
            </a:r>
            <a:br/>
            <a:r>
              <a:t>seconds = password_space / attempts_per_sec</a:t>
            </a:r>
            <a:br/>
            <a:r>
              <a:t>print(f"Time to crack: {seconds} seconds")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6B745"/>
                </a:solidFill>
              </a:defRPr>
            </a:pPr>
            <a: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Variables and Data Types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7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Understanding Data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Strings (str): Text data - usernames, emails, hashes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Integers (int): Whole numbers - port numbers, counts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Floats (float): Decimal numbers - percentages, measurements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Booleans (bool): True/False values - access control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None: Represents no value or null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333695" cy="5029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463040"/>
            <a:ext cx="49679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FA7B"/>
                </a:solidFill>
                <a:latin typeface="Consolas"/>
              </a:defRPr>
            </a:pPr>
            <a:r>
              <a:t># Security data examples</a:t>
            </a:r>
            <a:br/>
            <a:r>
              <a:t>username = "admin"              # String</a:t>
            </a:r>
            <a:br/>
            <a:r>
              <a:t>port = 443                     # Integer</a:t>
            </a:r>
            <a:br/>
            <a:r>
              <a:t>risk_score = 7.5               # Float</a:t>
            </a:r>
            <a:br/>
            <a:r>
              <a:t>is_authenticated = True        # Boolean</a:t>
            </a:r>
            <a:br/>
            <a:r>
              <a:t>result = None                  # NoneType</a:t>
            </a:r>
            <a:br/>
            <a:br/>
            <a:r>
              <a:t>print(f"User: {username}")</a:t>
            </a:r>
            <a:br/>
            <a:r>
              <a:t>print(f"HTTPS Port: {port}")</a:t>
            </a:r>
            <a:br/>
            <a:r>
              <a:t>print(f"Risk Score: {risk_score}")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7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Lists and Dictionaries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Lists: Ordered collections of items (mutable)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Use index [0] to access items (starts at 0)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Dictionaries: Key-value pairs for structured data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Use key ['name'] to access values in dictionaries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333695" cy="5029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463040"/>
            <a:ext cx="49679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FA7B"/>
                </a:solidFill>
                <a:latin typeface="Consolas"/>
              </a:defRPr>
            </a:pPr>
            <a:r>
              <a:t># List of blocked IPs</a:t>
            </a:r>
            <a:br/>
            <a:r>
              <a:t>blocked_ips = ["192.168.1.100", </a:t>
            </a:r>
            <a:br/>
            <a:r>
              <a:t>               "10.0.0.50"]</a:t>
            </a:r>
            <a:br/>
            <a:r>
              <a:t>blocked_ips.append("172.16.0.25")</a:t>
            </a:r>
            <a:br/>
            <a:br/>
            <a:r>
              <a:t># Dictionary for user account</a:t>
            </a:r>
            <a:br/>
            <a:r>
              <a:t>user = {</a:t>
            </a:r>
            <a:br/>
            <a:r>
              <a:t>    "username": "jdoe",</a:t>
            </a:r>
            <a:br/>
            <a:r>
              <a:t>    "role": "analyst",</a:t>
            </a:r>
            <a:br/>
            <a:r>
              <a:t>    "active": True</a:t>
            </a:r>
            <a:br/>
            <a:r>
              <a:t>}</a:t>
            </a:r>
            <a:br/>
            <a:br/>
            <a:r>
              <a:t>print(f"First blocked IP: {blocked_ips[0]}")</a:t>
            </a:r>
            <a:br/>
            <a:r>
              <a:t>print(f"User role: {user['role']}")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6B745"/>
                </a:solidFill>
              </a:defRPr>
            </a:pPr>
            <a: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Operators in Python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7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Arithmetic and Comparison 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Arithmetic: +, -, *, /, // (floor division), % (modulo), ** (power)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Comparison: == (equal), != (not equal), &gt;, &lt;, &gt;=, &lt;=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Result of comparisons is always True or False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Modulo (%) is useful for hashing and checksums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333695" cy="5029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463040"/>
            <a:ext cx="49679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FA7B"/>
                </a:solidFill>
                <a:latin typeface="Consolas"/>
              </a:defRPr>
            </a:pPr>
            <a:r>
              <a:t># Packet loss calculation</a:t>
            </a:r>
            <a:br/>
            <a:r>
              <a:t>packets_in = 1500</a:t>
            </a:r>
            <a:br/>
            <a:r>
              <a:t>packets_out = 1420</a:t>
            </a:r>
            <a:br/>
            <a:r>
              <a:t>packet_loss = packets_in - packets_out</a:t>
            </a:r>
            <a:br/>
            <a:r>
              <a:t>loss_percent = (packet_loss / packets_in) * 100</a:t>
            </a:r>
            <a:br/>
            <a:r>
              <a:t>print(f"Loss: {loss_percent:.2f}%")</a:t>
            </a:r>
            <a:br/>
            <a:br/>
            <a:r>
              <a:t># Comparison</a:t>
            </a:r>
            <a:br/>
            <a:r>
              <a:t>failed_logins = 5</a:t>
            </a:r>
            <a:br/>
            <a:r>
              <a:t>threshold = 3</a:t>
            </a:r>
            <a:br/>
            <a:r>
              <a:t>is_locked = failed_logins &gt; threshold</a:t>
            </a:r>
            <a:br/>
            <a:r>
              <a:t>print(f"Account locked: {is_locked}")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7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Logical 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and: Both conditions must be True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or: At least one condition must be True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not: Inverts the condition (True becomes False)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Used for complex access control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333695" cy="5029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463040"/>
            <a:ext cx="49679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FA7B"/>
                </a:solidFill>
                <a:latin typeface="Consolas"/>
              </a:defRPr>
            </a:pPr>
            <a:r>
              <a:t># Access control logic</a:t>
            </a:r>
            <a:br/>
            <a:r>
              <a:t>is_business_hours = True</a:t>
            </a:r>
            <a:br/>
            <a:r>
              <a:t>is_weekend = False</a:t>
            </a:r>
            <a:br/>
            <a:r>
              <a:t>has_admin_priv = True</a:t>
            </a:r>
            <a:br/>
            <a:br/>
            <a:r>
              <a:t># AND - both must be true</a:t>
            </a:r>
            <a:br/>
            <a:r>
              <a:t>allow_access = is_business_hours and not is_weekend</a:t>
            </a:r>
            <a:br/>
            <a:br/>
            <a:r>
              <a:t># OR - at least one must be true</a:t>
            </a:r>
            <a:br/>
            <a:r>
              <a:t>needs_review = failed_logins &gt; 3 or not is_business_hours</a:t>
            </a:r>
            <a:br/>
            <a:br/>
            <a:r>
              <a:t># NOT - invert</a:t>
            </a:r>
            <a:br/>
            <a:r>
              <a:t>is_blocked = not allow_access</a:t>
            </a:r>
            <a:br/>
            <a:br/>
            <a:r>
              <a:t>print(f"Allow access: {allow_access}")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6B745"/>
                </a:solidFill>
              </a:defRPr>
            </a:pPr>
            <a: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Control Flow - Conditionals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If-Elif-Else Statements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41148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>
                <a:solidFill>
                  <a:srgbClr val="50FA7B"/>
                </a:solidFill>
                <a:latin typeface="Consolas"/>
              </a:defRPr>
            </a:pPr>
            <a:r>
              <a:t># Risk level assessment</a:t>
            </a:r>
            <a:br/>
            <a:r>
              <a:t>cvss_score = 7.5</a:t>
            </a:r>
            <a:br/>
            <a:br/>
            <a:r>
              <a:t>if cvss_score &gt;= 9.0:</a:t>
            </a:r>
            <a:br/>
            <a:r>
              <a:t>    risk_level = "CRITICAL"</a:t>
            </a:r>
            <a:br/>
            <a:r>
              <a:t>    action = "Patch within 24 hours"</a:t>
            </a:r>
            <a:br/>
            <a:r>
              <a:t>elif cvss_score &gt;= 7.0:</a:t>
            </a:r>
            <a:br/>
            <a:r>
              <a:t>    risk_level = "HIGH"</a:t>
            </a:r>
            <a:br/>
            <a:r>
              <a:t>    action = "Patch within 1 week"</a:t>
            </a:r>
            <a:br/>
            <a:r>
              <a:t>elif cvss_score &gt;= 4.0:</a:t>
            </a:r>
            <a:br/>
            <a:r>
              <a:t>    risk_level = "MEDIUM"</a:t>
            </a:r>
            <a:br/>
            <a:r>
              <a:t>    action = "Patch within 1 month"</a:t>
            </a:r>
            <a:br/>
            <a:r>
              <a:t>else:</a:t>
            </a:r>
            <a:br/>
            <a:r>
              <a:t>    risk_level = "LOW"</a:t>
            </a:r>
            <a:br/>
            <a:r>
              <a:t>    action = "Schedule for next maintenance"</a:t>
            </a:r>
            <a:br/>
            <a:br/>
            <a:r>
              <a:t>print(f"Risk: {risk_level}")</a:t>
            </a:r>
            <a:br/>
            <a:r>
              <a:t>print(f"Action: {action}")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333333"/>
                </a:solidFill>
              </a:defRPr>
            </a:pPr>
            <a:r>
              <a:t>The if-elif-else chain checks conditions in order and executes the first matching block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Nested Conditionals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41148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>
                <a:solidFill>
                  <a:srgbClr val="50FA7B"/>
                </a:solidFill>
                <a:latin typeface="Consolas"/>
              </a:defRPr>
            </a:pPr>
            <a:r>
              <a:t># Access control with multiple checks</a:t>
            </a:r>
            <a:br/>
            <a:r>
              <a:t>user_role = "analyst"</a:t>
            </a:r>
            <a:br/>
            <a:r>
              <a:t>is_authenticated = True</a:t>
            </a:r>
            <a:br/>
            <a:r>
              <a:t>security_clearance = 2</a:t>
            </a:r>
            <a:br/>
            <a:r>
              <a:t>required_clearance = 3</a:t>
            </a:r>
            <a:br/>
            <a:br/>
            <a:r>
              <a:t>if is_authenticated:</a:t>
            </a:r>
            <a:br/>
            <a:r>
              <a:t>    print("User is authenticated")</a:t>
            </a:r>
            <a:br/>
            <a:r>
              <a:t>    </a:t>
            </a:r>
            <a:br/>
            <a:r>
              <a:t>    if user_role == "admin":</a:t>
            </a:r>
            <a:br/>
            <a:r>
              <a:t>        print("Full system access granted")</a:t>
            </a:r>
            <a:br/>
            <a:r>
              <a:t>    elif user_role == "analyst":</a:t>
            </a:r>
            <a:br/>
            <a:r>
              <a:t>        if security_clearance &gt;= required_clearance:</a:t>
            </a:r>
            <a:br/>
            <a:r>
              <a:t>            print("Access granted to classified data")</a:t>
            </a:r>
            <a:br/>
            <a:r>
              <a:t>        else:</a:t>
            </a:r>
            <a:br/>
            <a:r>
              <a:t>            print("Access denied - Insufficient clearance")</a:t>
            </a:r>
            <a:br/>
            <a:r>
              <a:t>    else:</a:t>
            </a:r>
            <a:br/>
            <a:r>
              <a:t>        print("Read-only access granted")</a:t>
            </a:r>
            <a:br/>
            <a:r>
              <a:t>else:</a:t>
            </a:r>
            <a:br/>
            <a:r>
              <a:t>    print("Access denied - Please log in")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333333"/>
                </a:solidFill>
              </a:defRPr>
            </a:pPr>
            <a:r>
              <a:t>Nested if statements allow for multi-level decision making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6B745"/>
                </a:solidFill>
              </a:defRPr>
            </a:pPr>
            <a: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Loops - Repeating Actions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For Loops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41148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>
                <a:solidFill>
                  <a:srgbClr val="50FA7B"/>
                </a:solidFill>
                <a:latin typeface="Consolas"/>
              </a:defRPr>
            </a:pPr>
            <a:r>
              <a:t># Check multiple ports</a:t>
            </a:r>
            <a:br/>
            <a:r>
              <a:t>ports_to_check = [22, 80, 443, 3306, 8080]</a:t>
            </a:r>
            <a:br/>
            <a:br/>
            <a:r>
              <a:t>for port in ports_to_check:</a:t>
            </a:r>
            <a:br/>
            <a:r>
              <a:t>    # Simulate port check</a:t>
            </a:r>
            <a:br/>
            <a:r>
              <a:t>    if port in [80, 443]:</a:t>
            </a:r>
            <a:br/>
            <a:r>
              <a:t>        status = "OPEN"</a:t>
            </a:r>
            <a:br/>
            <a:r>
              <a:t>    else:</a:t>
            </a:r>
            <a:br/>
            <a:r>
              <a:t>        status = "CLOSED"</a:t>
            </a:r>
            <a:br/>
            <a:r>
              <a:t>    print(f"Port {port}: {status}")</a:t>
            </a:r>
            <a:br/>
            <a:br/>
            <a:r>
              <a:t># Using enumerate for index</a:t>
            </a:r>
            <a:br/>
            <a:r>
              <a:t>passwords = ["weak", "Password1", "Str0ng!"]</a:t>
            </a:r>
            <a:br/>
            <a:r>
              <a:t>for i, pwd in enumerate(passwords, 1):</a:t>
            </a:r>
            <a:br/>
            <a:r>
              <a:t>    print(f"{i}. Checking password...")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333333"/>
                </a:solidFill>
              </a:defRPr>
            </a:pPr>
            <a:r>
              <a:t>For loops iterate over a sequence (list, string, range, etc.)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While Loops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41148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>
                <a:solidFill>
                  <a:srgbClr val="50FA7B"/>
                </a:solidFill>
                <a:latin typeface="Consolas"/>
              </a:defRPr>
            </a:pPr>
            <a:r>
              <a:t># Login attempt simulation</a:t>
            </a:r>
            <a:br/>
            <a:r>
              <a:t>max_attempts = 3</a:t>
            </a:r>
            <a:br/>
            <a:r>
              <a:t>attempts = 0</a:t>
            </a:r>
            <a:br/>
            <a:r>
              <a:t>password_correct = False</a:t>
            </a:r>
            <a:br/>
            <a:br/>
            <a:r>
              <a:t>while attempts &lt; max_attempts and not password_correct:</a:t>
            </a:r>
            <a:br/>
            <a:r>
              <a:t>    attempts += 1</a:t>
            </a:r>
            <a:br/>
            <a:r>
              <a:t>    print(f"Attempt {attempts} of {max_attempts}")</a:t>
            </a:r>
            <a:br/>
            <a:r>
              <a:t>    </a:t>
            </a:r>
            <a:br/>
            <a:r>
              <a:t>    # Simulate password check</a:t>
            </a:r>
            <a:br/>
            <a:r>
              <a:t>    if attempts == 2:</a:t>
            </a:r>
            <a:br/>
            <a:r>
              <a:t>        password_correct = True</a:t>
            </a:r>
            <a:br/>
            <a:r>
              <a:t>        print("  ✓ Login successful!")</a:t>
            </a:r>
            <a:br/>
            <a:r>
              <a:t>    else:</a:t>
            </a:r>
            <a:br/>
            <a:r>
              <a:t>        print("  ✗ Invalid password")</a:t>
            </a:r>
            <a:br/>
            <a:br/>
            <a:r>
              <a:t>if not password_correct:</a:t>
            </a:r>
            <a:br/>
            <a:r>
              <a:t>    print("⚠️  Account locked")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333333"/>
                </a:solidFill>
              </a:defRPr>
            </a:pPr>
            <a:r>
              <a:t>While loops continue as long as a condition is True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6B745"/>
                </a:solidFill>
              </a:defRPr>
            </a:pPr>
            <a: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Functions - Organizing Code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Defining Functions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41148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>
                <a:solidFill>
                  <a:srgbClr val="50FA7B"/>
                </a:solidFill>
                <a:latin typeface="Consolas"/>
              </a:defRPr>
            </a:pPr>
            <a:r>
              <a:t># Function with parameters and return value</a:t>
            </a:r>
            <a:br/>
            <a:r>
              <a:t>def check_password_strength(password, min_length=8):</a:t>
            </a:r>
            <a:br/>
            <a:r>
              <a:t>    """Check password meets security requirements"""</a:t>
            </a:r>
            <a:br/>
            <a:r>
              <a:t>    score = 0</a:t>
            </a:r>
            <a:br/>
            <a:r>
              <a:t>    </a:t>
            </a:r>
            <a:br/>
            <a:r>
              <a:t>    if len(password) &gt;= min_length:</a:t>
            </a:r>
            <a:br/>
            <a:r>
              <a:t>        score += 1</a:t>
            </a:r>
            <a:br/>
            <a:r>
              <a:t>    if any(c.isdigit() for c in password):</a:t>
            </a:r>
            <a:br/>
            <a:r>
              <a:t>        score += 1</a:t>
            </a:r>
            <a:br/>
            <a:r>
              <a:t>    if any(c.isupper() for c in password):</a:t>
            </a:r>
            <a:br/>
            <a:r>
              <a:t>        score += 1</a:t>
            </a:r>
            <a:br/>
            <a:r>
              <a:t>    </a:t>
            </a:r>
            <a:br/>
            <a:r>
              <a:t>    is_strong = score &gt;= 3</a:t>
            </a:r>
            <a:br/>
            <a:r>
              <a:t>    return is_strong, f"Score: {score}/4"</a:t>
            </a:r>
            <a:br/>
            <a:br/>
            <a:r>
              <a:t># Using the function</a:t>
            </a:r>
            <a:br/>
            <a:r>
              <a:t>strong, msg = check_password_strength("MyP@ssw0rd")</a:t>
            </a:r>
            <a:br/>
            <a:r>
              <a:t>print(f"Strong: {strong}, {msg}")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333333"/>
                </a:solidFill>
              </a:defRPr>
            </a:pPr>
            <a:r>
              <a:t>Functions encapsulate reusable logic with parameters and return values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Function with Multiple Returns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41148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>
                <a:solidFill>
                  <a:srgbClr val="50FA7B"/>
                </a:solidFill>
                <a:latin typeface="Consolas"/>
              </a:defRPr>
            </a:pPr>
            <a:r>
              <a:t># Analyze IP address</a:t>
            </a:r>
            <a:br/>
            <a:r>
              <a:t>def analyze_ip(ip_string):</a:t>
            </a:r>
            <a:br/>
            <a:r>
              <a:t>    """Analyze IP and return properties"""</a:t>
            </a:r>
            <a:br/>
            <a:r>
              <a:t>    octets = [int(o) for o in ip_string.split(".")]</a:t>
            </a:r>
            <a:br/>
            <a:r>
              <a:t>    </a:t>
            </a:r>
            <a:br/>
            <a:r>
              <a:t>    # Determine IP class</a:t>
            </a:r>
            <a:br/>
            <a:r>
              <a:t>    first = octets[0]</a:t>
            </a:r>
            <a:br/>
            <a:r>
              <a:t>    if first &lt; 128:</a:t>
            </a:r>
            <a:br/>
            <a:r>
              <a:t>        ip_class = "A"</a:t>
            </a:r>
            <a:br/>
            <a:r>
              <a:t>    elif first &lt; 192:</a:t>
            </a:r>
            <a:br/>
            <a:r>
              <a:t>        ip_class = "B"</a:t>
            </a:r>
            <a:br/>
            <a:r>
              <a:t>    elif first &lt; 224:</a:t>
            </a:r>
            <a:br/>
            <a:r>
              <a:t>        ip_class = "C"</a:t>
            </a:r>
            <a:br/>
            <a:r>
              <a:t>    else:</a:t>
            </a:r>
            <a:br/>
            <a:r>
              <a:t>        ip_class = "D"</a:t>
            </a:r>
            <a:br/>
            <a:r>
              <a:t>    </a:t>
            </a:r>
            <a:br/>
            <a:r>
              <a:t>    # Check if private</a:t>
            </a:r>
            <a:br/>
            <a:r>
              <a:t>    is_private = (first == 10 or </a:t>
            </a:r>
            <a:br/>
            <a:r>
              <a:t>                  (first == 172 and 16 &lt;= octets[1] &lt;= 31))</a:t>
            </a:r>
            <a:br/>
            <a:r>
              <a:t>    </a:t>
            </a:r>
            <a:br/>
            <a:r>
              <a:t>    return {</a:t>
            </a:r>
            <a:br/>
            <a:r>
              <a:t>        "ip": ip_string,</a:t>
            </a:r>
            <a:br/>
            <a:r>
              <a:t>        "class": ip_class,</a:t>
            </a:r>
            <a:br/>
            <a:r>
              <a:t>        "is_private": is_private</a:t>
            </a:r>
            <a:br/>
            <a:r>
              <a:t>    }</a:t>
            </a:r>
            <a:br/>
            <a:br/>
            <a:r>
              <a:t>result = analyze_ip("192.168.1.1")</a:t>
            </a:r>
            <a:br/>
            <a:r>
              <a:t>print(f"IP: {result['ip']}, Class: {result['class']}")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333333"/>
                </a:solidFill>
              </a:defRPr>
            </a:pPr>
            <a:r>
              <a:t>Functions can return dictionaries with multiple related values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6B745"/>
                </a:solidFill>
              </a:defRPr>
            </a:pPr>
            <a:r>
              <a:t>PART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Practical Cybersecurity Scenarios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Scenario: Log File Analyzer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41148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>
                <a:solidFill>
                  <a:srgbClr val="50FA7B"/>
                </a:solidFill>
                <a:latin typeface="Consolas"/>
              </a:defRPr>
            </a:pPr>
            <a:r>
              <a:t>def analyze_auth_log(log_entries):</a:t>
            </a:r>
            <a:br/>
            <a:r>
              <a:t>    """Analyze logs for brute force attempts"""</a:t>
            </a:r>
            <a:br/>
            <a:r>
              <a:t>    stats = {</a:t>
            </a:r>
            <a:br/>
            <a:r>
              <a:t>        "total": len(log_entries),</a:t>
            </a:r>
            <a:br/>
            <a:r>
              <a:t>        "failed": 0,</a:t>
            </a:r>
            <a:br/>
            <a:r>
              <a:t>        "unique_ips": set()</a:t>
            </a:r>
            <a:br/>
            <a:r>
              <a:t>    }</a:t>
            </a:r>
            <a:br/>
            <a:r>
              <a:t>    failed_by_ip = {}</a:t>
            </a:r>
            <a:br/>
            <a:r>
              <a:t>    </a:t>
            </a:r>
            <a:br/>
            <a:r>
              <a:t>    for entry in log_entries:</a:t>
            </a:r>
            <a:br/>
            <a:r>
              <a:t>        stats["unique_ips"].add(entry["ip"])</a:t>
            </a:r>
            <a:br/>
            <a:r>
              <a:t>        if entry["status"] == "failed":</a:t>
            </a:r>
            <a:br/>
            <a:r>
              <a:t>            stats["failed"] += 1</a:t>
            </a:r>
            <a:br/>
            <a:r>
              <a:t>            failed_by_ip[entry["ip"]] =                 failed_by_ip.get(entry["ip"], 0) + 1</a:t>
            </a:r>
            <a:br/>
            <a:r>
              <a:t>    </a:t>
            </a:r>
            <a:br/>
            <a:r>
              <a:t>    # Detect brute force (5+ failed attempts)</a:t>
            </a:r>
            <a:br/>
            <a:r>
              <a:t>    for ip, count in failed_by_ip.items():</a:t>
            </a:r>
            <a:br/>
            <a:r>
              <a:t>        if count &gt;= 5:</a:t>
            </a:r>
            <a:br/>
            <a:r>
              <a:t>            print(f"🚨 Brute force from {ip}: {count} attempts")</a:t>
            </a:r>
            <a:br/>
            <a:r>
              <a:t>    </a:t>
            </a:r>
            <a:br/>
            <a:r>
              <a:t>    return stats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333333"/>
                </a:solidFill>
              </a:defRPr>
            </a:pPr>
            <a:r>
              <a:t>Real-world example: Analyzing authentication logs for security threats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Scenario: Password Generator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41148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>
                <a:solidFill>
                  <a:srgbClr val="50FA7B"/>
                </a:solidFill>
                <a:latin typeface="Consolas"/>
              </a:defRPr>
            </a:pPr>
            <a:r>
              <a:t>import random</a:t>
            </a:r>
            <a:br/>
            <a:r>
              <a:t>import string</a:t>
            </a:r>
            <a:br/>
            <a:br/>
            <a:r>
              <a:t>def generate_password(length=12):</a:t>
            </a:r>
            <a:br/>
            <a:r>
              <a:t>    """Generate secure random password"""</a:t>
            </a:r>
            <a:br/>
            <a:r>
              <a:t>    # Character sets</a:t>
            </a:r>
            <a:br/>
            <a:r>
              <a:t>    lowercase = string.ascii_lowercase</a:t>
            </a:r>
            <a:br/>
            <a:r>
              <a:t>    uppercase = string.ascii_uppercase</a:t>
            </a:r>
            <a:br/>
            <a:r>
              <a:t>    digits = string.digits</a:t>
            </a:r>
            <a:br/>
            <a:r>
              <a:t>    special = "!@#$%^&amp;*"</a:t>
            </a:r>
            <a:br/>
            <a:r>
              <a:t>    </a:t>
            </a:r>
            <a:br/>
            <a:r>
              <a:t>    # Ensure at least one of each type</a:t>
            </a:r>
            <a:br/>
            <a:r>
              <a:t>    password = [</a:t>
            </a:r>
            <a:br/>
            <a:r>
              <a:t>        random.choice(lowercase),</a:t>
            </a:r>
            <a:br/>
            <a:r>
              <a:t>        random.choice(uppercase),</a:t>
            </a:r>
            <a:br/>
            <a:r>
              <a:t>        random.choice(digits),</a:t>
            </a:r>
            <a:br/>
            <a:r>
              <a:t>        random.choice(special)</a:t>
            </a:r>
            <a:br/>
            <a:r>
              <a:t>    ]</a:t>
            </a:r>
            <a:br/>
            <a:r>
              <a:t>    </a:t>
            </a:r>
            <a:br/>
            <a:r>
              <a:t>    # Fill remaining with random choices</a:t>
            </a:r>
            <a:br/>
            <a:r>
              <a:t>    all_chars = lowercase + uppercase + digits + special</a:t>
            </a:r>
            <a:br/>
            <a:r>
              <a:t>    for _ in range(length - 4):</a:t>
            </a:r>
            <a:br/>
            <a:r>
              <a:t>        password.append(random.choice(all_chars))</a:t>
            </a:r>
            <a:br/>
            <a:r>
              <a:t>    </a:t>
            </a:r>
            <a:br/>
            <a:r>
              <a:t>    # Shuffle and return</a:t>
            </a:r>
            <a:br/>
            <a:r>
              <a:t>    random.shuffle(password)</a:t>
            </a:r>
            <a:br/>
            <a:r>
              <a:t>    return ''.join(password)</a:t>
            </a:r>
            <a:br/>
            <a:br/>
            <a:r>
              <a:t>print(f"Generated: {generate_password(16)}")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333333"/>
                </a:solidFill>
              </a:defRPr>
            </a:pPr>
            <a:r>
              <a:t>Security tool: Generating strong passwords with guaranteed character types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7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 - What You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✓ Basic Python syntax: print(), variables, comments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✓ Data types: strings, integers, floats, booleans, lists, dictionaries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✓ Operators: arithmetic, comparison, logical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✓ Control flow: if-elif-else for decision making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✓ Loops: for and while for repeating actions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✓ Functions: creating reusable code blocks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✓ Practical applications: log analysis, password generation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Next Steps: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• Complete the exercises in the python_exercises folder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• Practice writing your own scripts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• Apply Python to automate security tasks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7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Resources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Exercise Files: course_materials/module1_foundation/topic3_programming/python_exercises/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Files included: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• 00_cheat_sheet.py - Quick reference for all concepts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• 01_hello_security.py to 07_functions.py - Practice exercises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• 08_log_analyzer.py - Real-world log analysis tool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• 09_password_generator.py - Security tool example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• 10_firewall_simulator.py - Network security simulation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• 99_mini_project.py - Capstone exercise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Online Resources: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• Python Official Tutorial: docs.python.org/3/tutorial/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• Practice: hackerrank.com/domains/python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• Cybersecurity Python: github.com/topics/cybersecurity-python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